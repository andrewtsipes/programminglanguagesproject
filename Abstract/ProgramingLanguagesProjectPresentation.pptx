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1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0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0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5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5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9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8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8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85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32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292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2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42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7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52C2-7CE8-43D5-BCB4-7588CE83BCE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193FB0-4AC7-44A7-BD89-2C33F700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02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65DD-6ED1-CF49-C085-874A5E1E8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SecurePass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9CA4F-4656-965B-D9BA-CB0A3DCCD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Andrew Sipes</a:t>
            </a:r>
          </a:p>
        </p:txBody>
      </p:sp>
    </p:spTree>
    <p:extLst>
      <p:ext uri="{BB962C8B-B14F-4D97-AF65-F5344CB8AC3E}">
        <p14:creationId xmlns:p14="http://schemas.microsoft.com/office/powerpoint/2010/main" val="200617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5D02-1FAE-13C5-3810-4A0340FF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SecurePass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41EA-DAAD-D4CA-616B-BF675744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secure terminal based password generator and storage program powered by Ruby</a:t>
            </a:r>
          </a:p>
        </p:txBody>
      </p:sp>
    </p:spTree>
    <p:extLst>
      <p:ext uri="{BB962C8B-B14F-4D97-AF65-F5344CB8AC3E}">
        <p14:creationId xmlns:p14="http://schemas.microsoft.com/office/powerpoint/2010/main" val="3461526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308D-B095-8C37-E433-990DB7E6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Ruby?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92AB-6680-4540-D47F-85D0C0DF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Ruby is a good compromise between readability and writability</a:t>
            </a:r>
          </a:p>
          <a:p>
            <a:r>
              <a:rPr lang="en-US" dirty="0"/>
              <a:t>Ruby is a good choice for command line programs</a:t>
            </a:r>
          </a:p>
          <a:p>
            <a:r>
              <a:rPr lang="en-US" dirty="0"/>
              <a:t>Ruby has built in tools for encryption and storage</a:t>
            </a:r>
          </a:p>
          <a:p>
            <a:r>
              <a:rPr lang="en-US" dirty="0"/>
              <a:t>Ruby was covered extensively in class and it was a new language for me</a:t>
            </a:r>
          </a:p>
        </p:txBody>
      </p:sp>
    </p:spTree>
    <p:extLst>
      <p:ext uri="{BB962C8B-B14F-4D97-AF65-F5344CB8AC3E}">
        <p14:creationId xmlns:p14="http://schemas.microsoft.com/office/powerpoint/2010/main" val="317313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EE83-9FF3-E0BF-0157-8F6557BF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80EB-67C8-B227-2F2B-500A1751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main.rb</a:t>
            </a:r>
            <a:r>
              <a:rPr lang="en-US" dirty="0"/>
              <a:t> </a:t>
            </a:r>
          </a:p>
          <a:p>
            <a:r>
              <a:rPr lang="en-US" dirty="0" err="1"/>
              <a:t>user_manager.rb</a:t>
            </a:r>
            <a:r>
              <a:rPr lang="en-US" dirty="0"/>
              <a:t> </a:t>
            </a:r>
          </a:p>
          <a:p>
            <a:r>
              <a:rPr lang="en-US" dirty="0" err="1"/>
              <a:t>vault_manager.rb</a:t>
            </a:r>
            <a:r>
              <a:rPr lang="en-US" dirty="0"/>
              <a:t> </a:t>
            </a:r>
          </a:p>
          <a:p>
            <a:r>
              <a:rPr lang="en-US" dirty="0" err="1"/>
              <a:t>vault_entry.rb</a:t>
            </a:r>
            <a:r>
              <a:rPr lang="en-US" dirty="0"/>
              <a:t> </a:t>
            </a:r>
          </a:p>
          <a:p>
            <a:r>
              <a:rPr lang="en-US" dirty="0" err="1"/>
              <a:t>password_generator.rb</a:t>
            </a:r>
            <a:endParaRPr lang="en-US" dirty="0"/>
          </a:p>
          <a:p>
            <a:r>
              <a:rPr lang="en-US" dirty="0" err="1"/>
              <a:t>encryption_service.rb</a:t>
            </a:r>
            <a:r>
              <a:rPr lang="en-US" dirty="0"/>
              <a:t> </a:t>
            </a:r>
          </a:p>
          <a:p>
            <a:r>
              <a:rPr lang="en-US" dirty="0" err="1"/>
              <a:t>users.json</a:t>
            </a:r>
            <a:endParaRPr lang="en-US" dirty="0"/>
          </a:p>
          <a:p>
            <a:r>
              <a:rPr lang="en-US" dirty="0"/>
              <a:t>Vault (containing encrypted files)</a:t>
            </a:r>
          </a:p>
        </p:txBody>
      </p:sp>
    </p:spTree>
    <p:extLst>
      <p:ext uri="{BB962C8B-B14F-4D97-AF65-F5344CB8AC3E}">
        <p14:creationId xmlns:p14="http://schemas.microsoft.com/office/powerpoint/2010/main" val="320794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1D37-53A6-E403-03F8-CE6D04BB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6E36-FC55-904E-F18C-C4DCBE4A9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Controls the entire program. Handles login, account creation, menus, and connects all other components together.</a:t>
            </a:r>
          </a:p>
        </p:txBody>
      </p:sp>
    </p:spTree>
    <p:extLst>
      <p:ext uri="{BB962C8B-B14F-4D97-AF65-F5344CB8AC3E}">
        <p14:creationId xmlns:p14="http://schemas.microsoft.com/office/powerpoint/2010/main" val="351905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F31F-EC42-A2F8-149E-051EAADB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user_manager.rb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66767-54F3-C164-CFE8-429E7A974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user accounts. Stores usernames and hashed passwords in </a:t>
            </a:r>
            <a:r>
              <a:rPr lang="en-US" dirty="0" err="1"/>
              <a:t>users.json</a:t>
            </a:r>
            <a:r>
              <a:rPr lang="en-US" dirty="0"/>
              <a:t>, and handles sign‑in and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69864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A7D3-6343-F457-CD66-28D19E4A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vault_manager.rb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D205-2476-945C-0DB3-FCA6A4927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Loads and saves each user’s encrypted vault file inside the vaults/ folder. Stores password entries and writes them securely.</a:t>
            </a:r>
          </a:p>
        </p:txBody>
      </p:sp>
    </p:spTree>
    <p:extLst>
      <p:ext uri="{BB962C8B-B14F-4D97-AF65-F5344CB8AC3E}">
        <p14:creationId xmlns:p14="http://schemas.microsoft.com/office/powerpoint/2010/main" val="245711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42FC-CAA0-1910-DF17-91E6546E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vault_entry.rb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F179-06B4-338C-60B8-F633FF66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a single saved password entry.</a:t>
            </a:r>
          </a:p>
          <a:p>
            <a:r>
              <a:rPr lang="en-US" dirty="0"/>
              <a:t>Account name, username, email, and password.</a:t>
            </a:r>
          </a:p>
        </p:txBody>
      </p:sp>
    </p:spTree>
    <p:extLst>
      <p:ext uri="{BB962C8B-B14F-4D97-AF65-F5344CB8AC3E}">
        <p14:creationId xmlns:p14="http://schemas.microsoft.com/office/powerpoint/2010/main" val="15061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B0E5-8117-29DE-2D67-41F4F0D6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password_generator.rb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6219-0451-AE0F-E501-F5D650A7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passwords based on user‑selected rules.</a:t>
            </a:r>
          </a:p>
          <a:p>
            <a:r>
              <a:rPr lang="en-US" dirty="0"/>
              <a:t>Length of the password. </a:t>
            </a:r>
          </a:p>
          <a:p>
            <a:r>
              <a:rPr lang="en-US" dirty="0"/>
              <a:t>Toggles and minimum characters for uppercase chars, numbers, and symbols.</a:t>
            </a:r>
          </a:p>
        </p:txBody>
      </p:sp>
    </p:spTree>
    <p:extLst>
      <p:ext uri="{BB962C8B-B14F-4D97-AF65-F5344CB8AC3E}">
        <p14:creationId xmlns:p14="http://schemas.microsoft.com/office/powerpoint/2010/main" val="65832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F719-D580-93BD-01CB-792E62A1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encryption_service.rb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A4F1-2388-104A-6E5D-D0219DE42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Encrypts and decrypts vault data using OpenSSL. </a:t>
            </a:r>
          </a:p>
          <a:p>
            <a:r>
              <a:rPr lang="en-US" dirty="0"/>
              <a:t>Uses the user’s password as the encryption key.</a:t>
            </a:r>
          </a:p>
        </p:txBody>
      </p:sp>
    </p:spTree>
    <p:extLst>
      <p:ext uri="{BB962C8B-B14F-4D97-AF65-F5344CB8AC3E}">
        <p14:creationId xmlns:p14="http://schemas.microsoft.com/office/powerpoint/2010/main" val="390936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DE17-47F0-07BB-63FD-C81EEE25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users.json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FEB19-A6EE-10E6-E637-F24F9D11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all registered usernames and their password hashes.</a:t>
            </a:r>
          </a:p>
        </p:txBody>
      </p:sp>
    </p:spTree>
    <p:extLst>
      <p:ext uri="{BB962C8B-B14F-4D97-AF65-F5344CB8AC3E}">
        <p14:creationId xmlns:p14="http://schemas.microsoft.com/office/powerpoint/2010/main" val="3591231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E70E76-C280-FB7F-298D-98CE4115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46" y="1625600"/>
            <a:ext cx="7875307" cy="488696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C590142-EF5F-FB3C-589E-96A3139F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Create New Account</a:t>
            </a:r>
          </a:p>
        </p:txBody>
      </p:sp>
    </p:spTree>
    <p:extLst>
      <p:ext uri="{BB962C8B-B14F-4D97-AF65-F5344CB8AC3E}">
        <p14:creationId xmlns:p14="http://schemas.microsoft.com/office/powerpoint/2010/main" val="404980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2703A43-0E6F-94B2-8AA1-A9AD4E137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Create New Account Added to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B1848F-20B4-214C-1DA9-FCC2F6BF5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0" y="1270000"/>
            <a:ext cx="11736438" cy="2991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BA166-1657-9A98-DC0F-C513B23B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346"/>
          <a:stretch>
            <a:fillRect/>
          </a:stretch>
        </p:blipFill>
        <p:spPr>
          <a:xfrm>
            <a:off x="2294993" y="4261267"/>
            <a:ext cx="7602011" cy="204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98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3FE9-1F77-DDEA-A8DF-609FE8E1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44B5A-00E0-2E68-EE82-E2173D56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95" y="2281077"/>
            <a:ext cx="633500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8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34E1-ED1D-0D10-02C8-DE836576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FCEE6-A7F6-E029-2131-B84F84FD9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1395128"/>
            <a:ext cx="615400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4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BB46-F51F-01CF-0322-269017D5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Password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189C1-CCD3-F580-1A99-3B2FBED3D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479" y="1256603"/>
            <a:ext cx="3629532" cy="499179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B3DE2C-9791-C543-FC31-E65747BA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051386" cy="3880773"/>
          </a:xfrm>
        </p:spPr>
        <p:txBody>
          <a:bodyPr/>
          <a:lstStyle/>
          <a:p>
            <a:r>
              <a:rPr lang="en-US" dirty="0"/>
              <a:t>Note: Generate password does NOT save it to the vault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8CA96-1DEA-DC87-0A89-D4CC5F2C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650" y="1256603"/>
            <a:ext cx="4182059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60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C5F7-9576-AF2D-44BB-E9331166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Entry to Vault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8B3F-1A42-9EC1-36E6-03A3A960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47066" cy="3880773"/>
          </a:xfrm>
        </p:spPr>
        <p:txBody>
          <a:bodyPr/>
          <a:lstStyle/>
          <a:p>
            <a:r>
              <a:rPr lang="en-US" dirty="0"/>
              <a:t>This is how we add passwords to the vault</a:t>
            </a:r>
          </a:p>
          <a:p>
            <a:r>
              <a:rPr lang="en-US" dirty="0"/>
              <a:t>There are options to type in passwords manually or have it generated by the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D521F-31E5-DF38-F900-266C2A0D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0"/>
            <a:ext cx="3924848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7BECE-9C7B-FE89-7716-470CD1575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152"/>
          <a:stretch>
            <a:fillRect/>
          </a:stretch>
        </p:blipFill>
        <p:spPr>
          <a:xfrm>
            <a:off x="8305258" y="-9987"/>
            <a:ext cx="3886742" cy="3880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58A1B-12C0-51BC-3633-766F9A857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117" y="2969593"/>
            <a:ext cx="3801005" cy="3553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D878AB-0B17-A7E5-6107-D59F99436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232" y="3800271"/>
            <a:ext cx="4067743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37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66EE-097F-C43B-66CB-58455ECB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Entries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8D71D-CF64-E640-2AEF-E7B11452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1533260"/>
            <a:ext cx="3924848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54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34BA-40CE-ECA5-E6A9-55397FC5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B2480-BEE5-CBAA-7E9E-D340AE2F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417" y="2381104"/>
            <a:ext cx="5125165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5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2B1C-0DF4-86CB-CE99-62FD6F4F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14" y="2499360"/>
            <a:ext cx="4636346" cy="1859280"/>
          </a:xfrm>
        </p:spPr>
        <p:txBody>
          <a:bodyPr>
            <a:normAutofit fontScale="90000"/>
          </a:bodyPr>
          <a:lstStyle/>
          <a:p>
            <a:r>
              <a:rPr lang="en-US" dirty="0"/>
              <a:t>Sign In (Showing vault saves even when program is reset)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61BEB-9863-B01C-E586-2E1876C42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61" y="0"/>
            <a:ext cx="5630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2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318F-21A0-B048-B4B7-B9E27FDA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733" y="3081866"/>
            <a:ext cx="2912533" cy="694267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25648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335</Words>
  <Application>Microsoft Office PowerPoint</Application>
  <PresentationFormat>Widescreen</PresentationFormat>
  <Paragraphs>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</vt:lpstr>
      <vt:lpstr>SecurePass</vt:lpstr>
      <vt:lpstr>SecurePass</vt:lpstr>
      <vt:lpstr>Why Ruby?</vt:lpstr>
      <vt:lpstr>Project Files</vt:lpstr>
      <vt:lpstr>main.rb</vt:lpstr>
      <vt:lpstr>user_manager.rb</vt:lpstr>
      <vt:lpstr>vault_manager.rb</vt:lpstr>
      <vt:lpstr>vault_entry.rb</vt:lpstr>
      <vt:lpstr>password_generator.rb</vt:lpstr>
      <vt:lpstr>encryption_service.rb</vt:lpstr>
      <vt:lpstr>users.json</vt:lpstr>
      <vt:lpstr>Create New Account</vt:lpstr>
      <vt:lpstr>Create New Account Added to Database</vt:lpstr>
      <vt:lpstr>Incorrect Login</vt:lpstr>
      <vt:lpstr>Sign In</vt:lpstr>
      <vt:lpstr>Generate Password</vt:lpstr>
      <vt:lpstr>Add Entry to Vault</vt:lpstr>
      <vt:lpstr>List Entries</vt:lpstr>
      <vt:lpstr>Exit</vt:lpstr>
      <vt:lpstr>Sign In (Showing vault saves even when program is reset)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Sipes, Andrew T</dc:creator>
  <cp:lastModifiedBy>Sipes, Andrew T</cp:lastModifiedBy>
  <cp:revision>1</cp:revision>
  <dcterms:created xsi:type="dcterms:W3CDTF">2026-04-20T16:34:52Z</dcterms:created>
  <dcterms:modified xsi:type="dcterms:W3CDTF">2026-04-20T17:26:17Z</dcterms:modified>
</cp:coreProperties>
</file>